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AURA-X  |  AI DISASTER RESPONSE ROVER  |  KURUKSHETRA 2.0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KURUKSHETRA 2.0  |  24-HR HACKATHON  |  FABTECH TECHNICAL CAMPUS, SANGOLA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AURA-X</a:t>
            </a:r>
            <a:endParaRPr lang="en-US" sz="8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Disaster Response Rover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with AI. Thinks at the edge. Reports over LoRa.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responders in control.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Intelligent Automation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29000" y="429768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Embedded Automation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[Team Name]   |   Members: [Add names]   |   Domain: AI + IoT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1097280"/>
            <a:ext cx="502920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pic>
        <p:nvPicPr>
          <p:cNvPr id="12" name="Image 0" descr="/home/claude/crops/rover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4754880" cy="353727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58368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Real-terrain prototype concept: 4WD chassis, ESP32-CAM, mmWave radar, LoRa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look inside a disaster is the most dangerous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945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Collapses, fires and floods put rescuers at risk before anyone knows what is inside.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6804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3749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Debris, smoke and darkness hide survivors from responders at the entrance.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2349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892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5303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and cell networks fail exactly where help is needed most.</a:t>
            </a:r>
            <a:endParaRPr lang="en-US" sz="1400" dirty="0"/>
          </a:p>
        </p:txBody>
      </p:sp>
      <p:pic>
        <p:nvPicPr>
          <p:cNvPr id="19" name="Image 3" descr="/home/claude/crops/sc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00200"/>
            <a:ext cx="2697480" cy="113397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03504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buildings</a:t>
            </a:r>
            <a:endParaRPr lang="en-US" sz="1300" dirty="0"/>
          </a:p>
        </p:txBody>
      </p:sp>
      <p:pic>
        <p:nvPicPr>
          <p:cNvPr id="21" name="Image 4" descr="/home/claude/crops/s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600200"/>
            <a:ext cx="2697480" cy="11339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6968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Debris search</a:t>
            </a:r>
            <a:endParaRPr lang="en-US" sz="1300" dirty="0"/>
          </a:p>
        </p:txBody>
      </p:sp>
      <p:pic>
        <p:nvPicPr>
          <p:cNvPr id="23" name="Image 5" descr="/home/claude/crops/sc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383280"/>
            <a:ext cx="2697480" cy="113397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35040" y="4572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operation</a:t>
            </a:r>
            <a:endParaRPr lang="en-US" sz="1300" dirty="0"/>
          </a:p>
        </p:txBody>
      </p:sp>
      <p:pic>
        <p:nvPicPr>
          <p:cNvPr id="25" name="Image 6" descr="/home/claude/crops/sc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3383280"/>
            <a:ext cx="2697480" cy="93825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869680" y="4572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delivery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035040" y="5212080"/>
            <a:ext cx="5532120" cy="868680"/>
          </a:xfrm>
          <a:prstGeom prst="roundRect">
            <a:avLst>
              <a:gd name="adj" fmla="val 12632"/>
            </a:avLst>
          </a:prstGeom>
          <a:solidFill>
            <a:srgbClr val="FFF1E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8" name="Text 19"/>
          <p:cNvSpPr txBox="1"/>
          <p:nvPr/>
        </p:nvSpPr>
        <p:spPr>
          <a:xfrm>
            <a:off x="6263640" y="52120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a low-cost robot that goes in first, flags possible people and reports back.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AURA-X: a rugged AI rover that goes in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309360" cy="46634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pic>
        <p:nvPicPr>
          <p:cNvPr id="5" name="Image 0" descr="/home/claude/crops/rover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6035040" cy="44896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600200"/>
            <a:ext cx="640080" cy="6400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0" y="17602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185623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+ vision AI flags possible people; mmWave radar adds supporting evidence.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223760" y="2788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9489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04672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8046720" y="30449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+ IMU on a local ESP32 give autonomous obstacle avoidance.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223760" y="3977640"/>
            <a:ext cx="640080" cy="6400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80" y="41376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46720" y="3886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8046720" y="423367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carries commands and alerts far beyond Wi-Fi range; Wi-Fi carries video.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7223760" y="5166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53263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04672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8046720" y="54223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supply compartment: water, medicine or a comm device, retrieved by a responder.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 AT THE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proposes. Humans decide. Firmware protects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Operator: "search for people"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4328" y="2011680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88920" y="150876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26080" y="164592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410712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sends a frame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011680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29200" y="150876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FFF1E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66360" y="1645920"/>
            <a:ext cx="384048" cy="384048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6636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650992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516636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finds a person + confidence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011680"/>
            <a:ext cx="164592" cy="164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269480" y="150876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06640" y="164592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406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7891272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740664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mmWave + sensor context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2011680"/>
            <a:ext cx="164592" cy="16459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509760" y="1508760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646920" y="164592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6469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10131552" y="1645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964692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verifies, then acts</a:t>
            </a:r>
            <a:endParaRPr lang="en-US" sz="1300" dirty="0"/>
          </a:p>
        </p:txBody>
      </p:sp>
      <p:pic>
        <p:nvPicPr>
          <p:cNvPr id="33" name="Image 4" descr="/home/claude/crops/ai_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17520"/>
            <a:ext cx="6035040" cy="124641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48640" y="4389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after: AI marks a possible person with a confidence score</a:t>
            </a:r>
            <a:endParaRPr lang="en-US" sz="12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846320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60120" y="48188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flags possible people from camera frames</a:t>
            </a:r>
            <a:endParaRPr lang="en-US" sz="14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303520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60120" y="52760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mmWave radar is supporting evidence, never proof</a:t>
            </a:r>
            <a:endParaRPr lang="en-US" sz="14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760720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960120" y="573328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or missing AI output never moves the rover</a:t>
            </a:r>
            <a:endParaRPr lang="en-US" sz="1400" dirty="0"/>
          </a:p>
        </p:txBody>
      </p:sp>
      <p:pic>
        <p:nvPicPr>
          <p:cNvPr id="41" name="Image 8" descr="/home/claude/crops/dash_u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3017520"/>
            <a:ext cx="4206240" cy="3119521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223760" y="6217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dashboard: live feed, detection box, sensor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IoT + EMBEDDED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four-layer IoT stack on low-cost embedded hardware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09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756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the world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86200" y="184708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86200" y="1847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12080" y="1847088"/>
            <a:ext cx="183428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1847088"/>
            <a:ext cx="18342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183526" y="1847088"/>
            <a:ext cx="124541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83526" y="1847088"/>
            <a:ext cx="12454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MPU9250 IMU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566099" y="1847088"/>
            <a:ext cx="132953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66099" y="1847088"/>
            <a:ext cx="1329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mmWave radar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032797" y="184708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032797" y="1847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DHT11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" y="269748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71600" y="2898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(EMBEDDED)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371600" y="32644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offline-capable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886200" y="30358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886200" y="3035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ESP32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212080" y="3035808"/>
            <a:ext cx="141366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212080" y="3035808"/>
            <a:ext cx="1413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control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762902" y="3035808"/>
            <a:ext cx="141366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762902" y="3035808"/>
            <a:ext cx="1413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8313725" y="3035808"/>
            <a:ext cx="200253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313725" y="303580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state machine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10453421" y="30358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453421" y="3035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48640" y="388620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06240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371600" y="4087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38" name="Text 33"/>
          <p:cNvSpPr txBox="1"/>
          <p:nvPr/>
        </p:nvSpPr>
        <p:spPr>
          <a:xfrm>
            <a:off x="1371600" y="445312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radios, two jobs</a:t>
            </a:r>
            <a:endParaRPr lang="en-US" sz="1200" dirty="0"/>
          </a:p>
        </p:txBody>
      </p:sp>
      <p:sp>
        <p:nvSpPr>
          <p:cNvPr id="39" name="Shape 34"/>
          <p:cNvSpPr/>
          <p:nvPr/>
        </p:nvSpPr>
        <p:spPr>
          <a:xfrm>
            <a:off x="3886200" y="4224528"/>
            <a:ext cx="233903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886200" y="4224528"/>
            <a:ext cx="23390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Wi-Fi: video + dashboard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6362395" y="4224528"/>
            <a:ext cx="275965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362395" y="4224528"/>
            <a:ext cx="27596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SX1278: commands, alerts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9259214" y="4224528"/>
            <a:ext cx="141366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259214" y="4224528"/>
            <a:ext cx="1413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+ timeout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548640" y="5074920"/>
            <a:ext cx="3108960" cy="1051560"/>
          </a:xfrm>
          <a:prstGeom prst="roundRect">
            <a:avLst>
              <a:gd name="adj" fmla="val 1043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94960"/>
            <a:ext cx="411480" cy="41148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1371600" y="52760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49" name="Text 43"/>
          <p:cNvSpPr txBox="1"/>
          <p:nvPr/>
        </p:nvSpPr>
        <p:spPr>
          <a:xfrm>
            <a:off x="1371600" y="5641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Advisory, not critical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3886200" y="541324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3886200" y="54132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52" name="Shape 46"/>
          <p:cNvSpPr/>
          <p:nvPr/>
        </p:nvSpPr>
        <p:spPr>
          <a:xfrm>
            <a:off x="5212080" y="5413248"/>
            <a:ext cx="141366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5212080" y="5413248"/>
            <a:ext cx="1413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API</a:t>
            </a:r>
            <a:endParaRPr lang="en-US" sz="1300" dirty="0"/>
          </a:p>
        </p:txBody>
      </p:sp>
      <p:sp>
        <p:nvSpPr>
          <p:cNvPr id="54" name="Shape 48"/>
          <p:cNvSpPr/>
          <p:nvPr/>
        </p:nvSpPr>
        <p:spPr>
          <a:xfrm>
            <a:off x="6762902" y="5413248"/>
            <a:ext cx="166603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6762902" y="5413248"/>
            <a:ext cx="16660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</a:t>
            </a:r>
            <a:endParaRPr lang="en-US" sz="1300" dirty="0"/>
          </a:p>
        </p:txBody>
      </p:sp>
      <p:sp>
        <p:nvSpPr>
          <p:cNvPr id="56" name="Shape 50"/>
          <p:cNvSpPr/>
          <p:nvPr/>
        </p:nvSpPr>
        <p:spPr>
          <a:xfrm>
            <a:off x="8566099" y="5413248"/>
            <a:ext cx="166603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8566099" y="5413248"/>
            <a:ext cx="16660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summary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DUAL COMMUNICATION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for video. LoRa for survival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/ IP</a:t>
            </a:r>
            <a:endParaRPr lang="en-US" sz="2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4320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6974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+ JPEG snapshots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154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low-latency control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5760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0160" y="36118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sends frames to AI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86868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IP path for cloud AI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217920" y="150876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492240" y="173736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92024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0664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2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743200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949440" y="26974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commands + telemetry</a:t>
            </a:r>
            <a:endParaRPr lang="en-US" sz="15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3200400"/>
            <a:ext cx="237744" cy="2377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949440" y="31546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alerts + node health</a:t>
            </a:r>
            <a:endParaRPr lang="en-US" sz="15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657600"/>
            <a:ext cx="237744" cy="237744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949440" y="36118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Wi-Fi at all</a:t>
            </a:r>
            <a:endParaRPr lang="en-US" sz="1500" dirty="0"/>
          </a:p>
        </p:txBody>
      </p:sp>
      <p:sp>
        <p:nvSpPr>
          <p:cNvPr id="25" name="Text 15"/>
          <p:cNvSpPr txBox="1"/>
          <p:nvPr/>
        </p:nvSpPr>
        <p:spPr>
          <a:xfrm>
            <a:off x="653796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for video, built for range</a:t>
            </a:r>
            <a:endParaRPr lang="en-US" sz="1300" dirty="0"/>
          </a:p>
        </p:txBody>
      </p:sp>
      <p:sp>
        <p:nvSpPr>
          <p:cNvPr id="26" name="Text 16"/>
          <p:cNvSpPr txBox="1"/>
          <p:nvPr/>
        </p:nvSpPr>
        <p:spPr>
          <a:xfrm>
            <a:off x="54864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built in</a:t>
            </a:r>
            <a:endParaRPr lang="en-US" sz="2000" dirty="0"/>
          </a:p>
        </p:txBody>
      </p:sp>
      <p:sp>
        <p:nvSpPr>
          <p:cNvPr id="27" name="Shape 17"/>
          <p:cNvSpPr/>
          <p:nvPr/>
        </p:nvSpPr>
        <p:spPr>
          <a:xfrm>
            <a:off x="548640" y="53949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8" name="Text 18"/>
          <p:cNvSpPr txBox="1"/>
          <p:nvPr/>
        </p:nvSpPr>
        <p:spPr>
          <a:xfrm>
            <a:off x="640080" y="5394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IDs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2788920" y="53949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0" name="Text 20"/>
          <p:cNvSpPr txBox="1"/>
          <p:nvPr/>
        </p:nvSpPr>
        <p:spPr>
          <a:xfrm>
            <a:off x="2880360" y="5394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5029200" y="53949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2" name="Text 22"/>
          <p:cNvSpPr txBox="1"/>
          <p:nvPr/>
        </p:nvSpPr>
        <p:spPr>
          <a:xfrm>
            <a:off x="5120640" y="5394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on critical commands</a:t>
            </a:r>
            <a:endParaRPr lang="en-US" sz="1400" dirty="0"/>
          </a:p>
        </p:txBody>
      </p:sp>
      <p:sp>
        <p:nvSpPr>
          <p:cNvPr id="33" name="Shape 23"/>
          <p:cNvSpPr/>
          <p:nvPr/>
        </p:nvSpPr>
        <p:spPr>
          <a:xfrm>
            <a:off x="7269480" y="53949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4" name="Text 24"/>
          <p:cNvSpPr txBox="1"/>
          <p:nvPr/>
        </p:nvSpPr>
        <p:spPr>
          <a:xfrm>
            <a:off x="7360920" y="5394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detection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9509760" y="539496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6" name="Text 26"/>
          <p:cNvSpPr txBox="1"/>
          <p:nvPr/>
        </p:nvSpPr>
        <p:spPr>
          <a:xfrm>
            <a:off x="9601200" y="5394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stop on link loss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EMBEDDED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onboard rules always win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77440" y="15087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514600" y="1618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/ SELF-CHECK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radio, motor driver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9260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E9DD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14600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STOP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off. Report fault. Wait.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4681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29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operator commands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45720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E4F4EC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154680" y="4681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5029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navigation + obstacle checks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45720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623560" y="46817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ASSIST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50292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Capture, AI advisory, operator confirms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2423160"/>
            <a:ext cx="0" cy="5029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23360" y="3840480"/>
            <a:ext cx="0" cy="7315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1691640" y="3840480"/>
            <a:ext cx="1051560" cy="7315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3840480"/>
            <a:ext cx="1325880" cy="73152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1148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/ timeout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1508760"/>
            <a:ext cx="3383280" cy="4434840"/>
          </a:xfrm>
          <a:prstGeom prst="roundRect">
            <a:avLst>
              <a:gd name="adj" fmla="val 3243"/>
            </a:avLst>
          </a:prstGeom>
          <a:solidFill>
            <a:srgbClr val="FFF1E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8200" y="1737360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790" y="1885950"/>
            <a:ext cx="297180" cy="29718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18972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 to SAFE STOP when:</a:t>
            </a:r>
            <a:endParaRPr lang="en-US" sz="16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752344"/>
            <a:ext cx="182880" cy="18288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886968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E-stop pressed</a:t>
            </a:r>
            <a:endParaRPr lang="en-US" sz="14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255264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869680" y="3154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threshold crossed</a:t>
            </a:r>
            <a:endParaRPr lang="en-US" sz="14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3758184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86968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sensor invalid</a:t>
            </a:r>
            <a:endParaRPr lang="en-US" sz="14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261104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86968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stale / link lost</a:t>
            </a:r>
            <a:endParaRPr lang="en-US" sz="14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764024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869680" y="4663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fault</a:t>
            </a:r>
            <a:endParaRPr lang="en-US" sz="14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5266944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869680" y="5166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missing or malformed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OPERATION + LIVE 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modes, one demo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video, web or LoRa control, real-time telemetry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18973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avoidance, explore area, AI human detection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26B2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973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ASSIST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514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mark location, deliver supplies, two-way contact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disaster-zone demo flow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48640" y="420624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5394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run with live video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5029200"/>
            <a:ext cx="164592" cy="1645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2788920" y="420624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971800" y="438912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2971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297180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2971800" y="5394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stop, scan, turn, re-check</a:t>
            </a:r>
            <a:endParaRPr lang="en-US" sz="13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5029200"/>
            <a:ext cx="164592" cy="16459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5029200" y="420624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212080" y="438912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2120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521208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36" name="Text 29"/>
          <p:cNvSpPr txBox="1"/>
          <p:nvPr/>
        </p:nvSpPr>
        <p:spPr>
          <a:xfrm>
            <a:off x="5212080" y="5394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 + radar event</a:t>
            </a:r>
            <a:endParaRPr lang="en-US" sz="13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5029200"/>
            <a:ext cx="164592" cy="16459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269480" y="420624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7452360" y="4389120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45236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745236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7452360" y="5394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telemetry, Wi-Fi unplugged</a:t>
            </a:r>
            <a:endParaRPr lang="en-US" sz="13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5168" y="5029200"/>
            <a:ext cx="164592" cy="164592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9509760" y="4206240"/>
            <a:ext cx="2057400" cy="1828800"/>
          </a:xfrm>
          <a:prstGeom prst="roundRect">
            <a:avLst>
              <a:gd name="adj" fmla="val 600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692640" y="4389120"/>
            <a:ext cx="502920" cy="502920"/>
          </a:xfrm>
          <a:prstGeom prst="ellipse">
            <a:avLst/>
          </a:prstGeom>
          <a:solidFill>
            <a:srgbClr val="F26B2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9692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7" name="Text 38"/>
          <p:cNvSpPr txBox="1"/>
          <p:nvPr/>
        </p:nvSpPr>
        <p:spPr>
          <a:xfrm>
            <a:off x="9692640" y="4983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</a:t>
            </a:r>
            <a:endParaRPr lang="en-US" sz="1800" dirty="0"/>
          </a:p>
        </p:txBody>
      </p:sp>
      <p:sp>
        <p:nvSpPr>
          <p:cNvPr id="48" name="Text 39"/>
          <p:cNvSpPr txBox="1"/>
          <p:nvPr/>
        </p:nvSpPr>
        <p:spPr>
          <a:xfrm>
            <a:off x="9692640" y="53949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Stop; responder takes item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BUILD PLAN AND HONEST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core first. AI on top. No overclaiming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+ E-stop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5087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6032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safety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348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link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dashboard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5087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FFF1E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8388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21240" y="150876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1965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tests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today</a:t>
            </a:r>
            <a:endParaRPr lang="en-US" sz="2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648456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88720" y="3566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visual inspection</a:t>
            </a:r>
            <a:endParaRPr lang="en-US" sz="14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23944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18872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Possible-person image flagging</a:t>
            </a:r>
            <a:endParaRPr lang="en-US" sz="14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99432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188720" y="45171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</a:t>
            </a:r>
            <a:endParaRPr lang="en-US" sz="14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74920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88720" y="49926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telemetry + alerts</a:t>
            </a:r>
            <a:endParaRPr lang="en-US" sz="14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55040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188720" y="54681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fixed supply box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343400" y="28803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46177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endParaRPr lang="en-US" sz="2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64845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983480" y="3566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through smoke or rubble</a:t>
            </a:r>
            <a:endParaRPr lang="en-US" sz="14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123944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4983480" y="4041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buried-survivor location</a:t>
            </a:r>
            <a:endParaRPr lang="en-US" sz="14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599432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983480" y="45171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4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5074920"/>
            <a:ext cx="237744" cy="237744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4983480" y="49926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mapping</a:t>
            </a:r>
            <a:endParaRPr lang="en-US" sz="14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5550408"/>
            <a:ext cx="237744" cy="237744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4983480" y="54681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life-safety use</a:t>
            </a:r>
            <a:endParaRPr lang="en-US" sz="1400" dirty="0"/>
          </a:p>
        </p:txBody>
      </p:sp>
      <p:sp>
        <p:nvSpPr>
          <p:cNvPr id="46" name="Shape 34"/>
          <p:cNvSpPr/>
          <p:nvPr/>
        </p:nvSpPr>
        <p:spPr>
          <a:xfrm>
            <a:off x="8138160" y="2880360"/>
            <a:ext cx="3474720" cy="3246120"/>
          </a:xfrm>
          <a:prstGeom prst="roundRect">
            <a:avLst>
              <a:gd name="adj" fmla="val 3380"/>
            </a:avLst>
          </a:prstGeom>
          <a:solidFill>
            <a:srgbClr val="EAF3F8"/>
          </a:solidFill>
          <a:ln w="9525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sp>
        <p:nvSpPr>
          <p:cNvPr id="47" name="Text 35"/>
          <p:cNvSpPr txBox="1"/>
          <p:nvPr/>
        </p:nvSpPr>
        <p:spPr>
          <a:xfrm>
            <a:off x="8412480" y="3017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upgrades</a:t>
            </a:r>
            <a:endParaRPr lang="en-US" sz="2000" dirty="0"/>
          </a:p>
        </p:txBody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2480" y="3685032"/>
            <a:ext cx="182880" cy="182880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8732520" y="35661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camera</a:t>
            </a:r>
            <a:endParaRPr lang="en-US" sz="14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480" y="4160520"/>
            <a:ext cx="182880" cy="182880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732520" y="40416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gas sensors</a:t>
            </a:r>
            <a:endParaRPr lang="en-US" sz="1400" dirty="0"/>
          </a:p>
        </p:txBody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2480" y="4636008"/>
            <a:ext cx="182880" cy="182880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8732520" y="4517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encoders + LiDAR SLAM</a:t>
            </a:r>
            <a:endParaRPr lang="en-US" sz="1400" dirty="0"/>
          </a:p>
        </p:txBody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2480" y="5111496"/>
            <a:ext cx="182880" cy="182880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8732520" y="49926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edge AI (TinyML)</a:t>
            </a:r>
            <a:endParaRPr lang="en-US" sz="1400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480" y="5586984"/>
            <a:ext cx="182880" cy="182880"/>
          </a:xfrm>
          <a:prstGeom prst="rect">
            <a:avLst/>
          </a:prstGeom>
        </p:spPr>
      </p:pic>
      <p:sp>
        <p:nvSpPr>
          <p:cNvPr id="57" name="Text 40"/>
          <p:cNvSpPr txBox="1"/>
          <p:nvPr/>
        </p:nvSpPr>
        <p:spPr>
          <a:xfrm>
            <a:off x="8732520" y="54681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charging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AURA-X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6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step toward safer remote disaster inspection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perception  +  edge-safe navigation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LoRa-connected alerts  +  human-supervised assistance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"Detect possible signs. Report the evidence. Keep responders in control."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|   Questions?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0" y="1097280"/>
            <a:ext cx="5029200" cy="393192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3E1EA"/>
            </a:solidFill>
            <a:prstDash val="solid"/>
          </a:ln>
          <a:effectLst>
            <a:outerShdw sx="100000" sy="100000" kx="0" ky="0" algn="bl" rotWithShape="0" blurRad="127000" dist="38100" dir="5400000">
              <a:srgbClr val="1B3A57">
                <a:alpha val="14000"/>
              </a:srgbClr>
            </a:outerShdw>
          </a:effectLst>
        </p:spPr>
      </p:sp>
      <p:pic>
        <p:nvPicPr>
          <p:cNvPr id="8" name="Image 0" descr="/home/claude/crops/rover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4754880" cy="3537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AURA-X | AI-Powered Disaster Response Rover</dc:title>
  <dc:subject>PptxGenJS Presentation</dc:subject>
  <dc:creator>Team AURA-X</dc:creator>
  <cp:lastModifiedBy>Team AURA-X</cp:lastModifiedBy>
  <cp:revision>1</cp:revision>
  <dcterms:created xsi:type="dcterms:W3CDTF">2026-10-14T15:43:48Z</dcterms:created>
  <dcterms:modified xsi:type="dcterms:W3CDTF">2026-10-14T15:43:48Z</dcterms:modified>
</cp:coreProperties>
</file>